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88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0" y="-1828800"/>
            <a:ext cx="7772400" cy="777240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6400800" cy="6400800"/>
          </a:xfrm>
          <a:prstGeom prst="ellipse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660719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Konfigurierbare
Streaming-Landingpage.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C77DFF"/>
                </a:solidFill>
                <a:latin typeface="Calibri"/>
              </a:rPr>
              <a:t>Ein modularer Baukasten mit Community-Integration.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B6A8D3"/>
                </a:solidFill>
                <a:latin typeface="Calibri"/>
              </a:rPr>
              <a:t>Robin Wagner  ·  Transfer-Projekt  ·  Prof. Dr. Mauer  ·  RH Köln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0350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B6A8D3"/>
                </a:solidFill>
                <a:latin typeface="Calibri"/>
              </a:rPr>
              <a:t>Sommersemester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628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Agenda.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C77DFF"/>
                </a:solidFill>
                <a:latin typeface="Calibri"/>
              </a:rPr>
              <a:t>Vier Punkte. Zehn Minuten. Sechs davon Live-Demo.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334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8775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 &amp;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26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Was fehlt — und was der Baukasten anders macht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72491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2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4787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Tech-Stack &amp; Architektur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8862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React, Supabase, Bots, UML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368503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1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8912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55371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50799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Landingpage, Voting, OnlyBart, Mod-Dashboard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64515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6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1383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46811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Fazit &amp; Ausblick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8064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Lessons Learned, 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5605272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77DFF"/>
                </a:solidFill>
                <a:latin typeface="Calibri"/>
              </a:rPr>
              <a:t>≈ 1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204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DAS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Drei wiederkehrende Lücken.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77DFF"/>
                </a:solidFill>
                <a:latin typeface="Calibri"/>
              </a:rPr>
              <a:t>Bestehende Linkpages und Stream-Plattformen liefern keine vollständige Lösung.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880360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4973" y="2992918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770632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Optik wirkt billig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15468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Linktree, Linkme &amp; Co. sehen alle gleich aus — generisches Layout,
keine eigene Marke, keine Designhoheit für den Kanal.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13048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4400" y="4087368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4973" y="4199926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97764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Nur gegen Bezahlung schön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361688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Eigenes Theming, eigene Sektionen, mehr als ein paar Links —
das gibt's bei den Anbietern nur in den Premium-Tarifen.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0056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14400" y="5294376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4973" y="5406934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184648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Lock-In, kein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5568696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Inhalte hängen in proprietären Plattformen fest. Ein Wechsel
des Anbieters bedeutet faktisch alles neu eintippen.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C77DFF"/>
                </a:solidFill>
                <a:latin typeface="Calibri"/>
              </a:rPr>
              <a:t>Eine wirklich schöne, frei anpassbare und kostenfreie Lösung? — gibt es schlicht nicht.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DIE LÖSUNG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Konfiguration statt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C77DFF"/>
                </a:solidFill>
                <a:latin typeface="Calibri"/>
              </a:rPr>
              <a:t>Live für hd1920x1080 — übertragbar auf beliebige andere Streamer.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Live-Status, Streamplan, Socials, Donations — alles an einer Stelle.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3776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Clip-Voting, OnlyBart-Premiumbereich, Bartclicker, Twitch-Panel-Extension.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86968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Baukasten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Zwei Configs (siteConfig.ts + i18n) genügen für einen neuen Streamer.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02  ·  TECH-STACK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Technologie-Stack.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 dirty="0" err="1">
                <a:solidFill>
                  <a:srgbClr val="C77DFF"/>
                </a:solidFill>
                <a:latin typeface="Calibri"/>
              </a:rPr>
              <a:t>Schlank</a:t>
            </a:r>
            <a:r>
              <a:rPr sz="1500" b="0" i="1" dirty="0">
                <a:solidFill>
                  <a:srgbClr val="C77DFF"/>
                </a:solidFill>
                <a:latin typeface="Calibri"/>
              </a:rPr>
              <a:t>, modern und </a:t>
            </a:r>
            <a:r>
              <a:rPr lang="de-DE" sz="1500" b="0" i="1" dirty="0">
                <a:solidFill>
                  <a:srgbClr val="C77DFF"/>
                </a:solidFill>
                <a:latin typeface="Calibri"/>
              </a:rPr>
              <a:t>aufs kostenlose Hosting </a:t>
            </a:r>
            <a:r>
              <a:rPr sz="1500" b="0" i="1" dirty="0" err="1">
                <a:solidFill>
                  <a:srgbClr val="C77DFF"/>
                </a:solidFill>
                <a:latin typeface="Calibri"/>
              </a:rPr>
              <a:t>abgestimmt</a:t>
            </a:r>
            <a:r>
              <a:rPr sz="1500" b="0" i="1" dirty="0">
                <a:solidFill>
                  <a:srgbClr val="C77DFF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77317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React 19 + 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Frontend-Komponenten, strikte Typisierung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62940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77317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Vite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Hot-Reload, Code-Splitting, Lazy-Routing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868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00761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7764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Supabase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Postgres, Auth, Realtime, Row Level Security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2940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400761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7764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TwitchAddon (Channel-Points-Bot, ~64 MB RAM)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6868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24205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Node + discord.js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DiscordBot — Webhooks aus der DB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524205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Docker + Nginx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Reproduzierbares Hosting, GitHub Actions 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02  ·  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Systemarchitektur — vier entkoppelte Bausteine</a:t>
            </a:r>
          </a:p>
        </p:txBody>
      </p:sp>
      <p:pic>
        <p:nvPicPr>
          <p:cNvPr id="6" name="Picture 5" descr="uml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016" y="960120"/>
            <a:ext cx="5887663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10642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 dirty="0">
                <a:solidFill>
                  <a:srgbClr val="554B6E"/>
                </a:solidFill>
                <a:latin typeface="Calibri"/>
              </a:rPr>
              <a:t>Frontend ↔ </a:t>
            </a:r>
            <a:r>
              <a:rPr sz="1100" b="0" i="1" dirty="0" err="1">
                <a:solidFill>
                  <a:srgbClr val="554B6E"/>
                </a:solidFill>
                <a:latin typeface="Calibri"/>
              </a:rPr>
              <a:t>Supabase</a:t>
            </a:r>
            <a:r>
              <a:rPr sz="1100" b="0" i="1" dirty="0">
                <a:solidFill>
                  <a:srgbClr val="554B6E"/>
                </a:solidFill>
                <a:latin typeface="Calibri"/>
              </a:rPr>
              <a:t>  ·  </a:t>
            </a:r>
            <a:r>
              <a:rPr sz="1100" b="0" i="1" dirty="0" err="1">
                <a:solidFill>
                  <a:srgbClr val="554B6E"/>
                </a:solidFill>
                <a:latin typeface="Calibri"/>
              </a:rPr>
              <a:t>TwitchAddon</a:t>
            </a:r>
            <a:r>
              <a:rPr sz="1100" b="0" i="1" dirty="0">
                <a:solidFill>
                  <a:srgbClr val="554B6E"/>
                </a:solidFill>
                <a:latin typeface="Calibri"/>
              </a:rPr>
              <a:t> (Bun</a:t>
            </a:r>
            <a:r>
              <a:rPr lang="de-DE" sz="1100" b="0" i="1" dirty="0">
                <a:solidFill>
                  <a:srgbClr val="554B6E"/>
                </a:solidFill>
                <a:latin typeface="Calibri"/>
              </a:rPr>
              <a:t>) </a:t>
            </a:r>
            <a:r>
              <a:rPr sz="1100" b="0" i="1" dirty="0">
                <a:solidFill>
                  <a:srgbClr val="554B6E"/>
                </a:solidFill>
                <a:latin typeface="Calibri"/>
              </a:rPr>
              <a:t>·  </a:t>
            </a:r>
            <a:r>
              <a:rPr sz="1100" b="0" i="1" dirty="0" err="1">
                <a:solidFill>
                  <a:srgbClr val="554B6E"/>
                </a:solidFill>
                <a:latin typeface="Calibri"/>
              </a:rPr>
              <a:t>DiscordBot</a:t>
            </a:r>
            <a:r>
              <a:rPr sz="1100" b="0" i="1" dirty="0">
                <a:solidFill>
                  <a:srgbClr val="554B6E"/>
                </a:solidFill>
                <a:latin typeface="Calibri"/>
              </a:rPr>
              <a:t> (Render)  ·  </a:t>
            </a:r>
            <a:r>
              <a:rPr sz="1100" b="0" i="1" dirty="0" err="1">
                <a:solidFill>
                  <a:srgbClr val="554B6E"/>
                </a:solidFill>
                <a:latin typeface="Calibri"/>
              </a:rPr>
              <a:t>pg_net</a:t>
            </a:r>
            <a:r>
              <a:rPr sz="1100" b="0" i="1" dirty="0">
                <a:solidFill>
                  <a:srgbClr val="554B6E"/>
                </a:solidFill>
                <a:latin typeface="Calibri"/>
              </a:rPr>
              <a:t>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6 / 9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BF36726-2D46-19DB-8C31-62134100B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158" y="3914777"/>
            <a:ext cx="168269" cy="71457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6EC975C-D8C6-0588-781F-0B0135AFE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2841" y="3917158"/>
            <a:ext cx="285790" cy="717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652336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400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Live-
Demonstration.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77DFF"/>
                </a:solidFill>
                <a:latin typeface="Calibri"/>
              </a:rPr>
              <a:t>Sechs Stationen quer durch die Plattform — von der Linkpage bis ins Mod-Dashboard.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37160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0" y="155448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0" y="1648467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4630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Landingpage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Hero, Live-Section, Streamplan, Links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258568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498080" y="2441448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2535435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350008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Bartclicker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670048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Mini-Spiel + Highscores via Supabase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3145536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498080" y="3328416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0" y="3422403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23697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Clip-Voting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55701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Twitch-Login, Voten, Realtime-Updates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032504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98080" y="4215384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4309371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123944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OnlyBart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443984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Geschützter Subscriber-Bereich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4919472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498080" y="5102352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0" y="5196339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501091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Mod-Dashboard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533095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Voting verwalten, Statistiken, Trigger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580644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498080" y="598932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98080" y="6083307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58978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TwitchAddon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62179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Channel-Points-Belohnungen im Chat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80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C77DFF"/>
                </a:solidFill>
                <a:latin typeface="Calibri"/>
              </a:rPr>
              <a:t>→ www.hd1920x1080.de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03  ·  TECHNISCHE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Highlights und Herausforderungen.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Highlights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03479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Row Level Security statt eigenem Auth-Server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3771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Lazy-Loading aller Routen → kleines Initial-Bundle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04063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Realtime-Voting via Supabase Realtime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54355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526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Bun-Bot mit ~64 MB RAM (statt JVM/Spring)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04647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pg_net + pg_cron triggern Discord direkt aus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Challenges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03479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Twitch-OAuth — automatischer Token-Refresh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53771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Voting-Logik: Monats- vs. Jahresrunden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404063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Konsistenz Frontend ↔ DB-Policies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54355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0" y="4526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Konfigurierbarkeit (jede URL in siteConfig.ts)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504647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Tests: Unit + Mutation (Stryker)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377440" y="3657600"/>
            <a:ext cx="5669280" cy="56692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463040" y="4572000"/>
            <a:ext cx="3840480" cy="3840480"/>
          </a:xfrm>
          <a:prstGeom prst="ellipse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04  ·  FAZIT &amp; FRAGEN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75895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Fazit.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74320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C77DFF"/>
                </a:solidFill>
                <a:latin typeface="Calibri"/>
              </a:rPr>
              <a:t>Vielen Dank — Fragen, Feedback, Ideen?</a:t>
            </a:r>
          </a:p>
        </p:txBody>
      </p:sp>
      <p:sp>
        <p:nvSpPr>
          <p:cNvPr id="8" name="Oval 7"/>
          <p:cNvSpPr/>
          <p:nvPr/>
        </p:nvSpPr>
        <p:spPr>
          <a:xfrm>
            <a:off x="4114800" y="367842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365760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Baukasten-Kern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02336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Zwei Configs (siteConfig.ts + i18n) ersetzen jeden Code-Eingriff.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4391660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437083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Stack arbeitet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73659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Supabase + RLS, Bun-Bot mit ~64 MB, GitHub Actions für alles andere.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0" y="5104892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5084064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Skalierbar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449824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Neuer Streamer = setup.exe ausführen, nicht den Quellcode forken.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46520"/>
            <a:ext cx="749807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B6A8D3"/>
                </a:solidFill>
                <a:latin typeface="Calibri"/>
              </a:rPr>
              <a:t>github.com/HD1920x1080Media   ·   www.hd1920x1080.de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607</Words>
  <Application>Microsoft Office PowerPoint</Application>
  <PresentationFormat>Breitbild</PresentationFormat>
  <Paragraphs>126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 Wagner</cp:lastModifiedBy>
  <cp:revision>5</cp:revision>
  <dcterms:created xsi:type="dcterms:W3CDTF">2013-01-27T09:14:16Z</dcterms:created>
  <dcterms:modified xsi:type="dcterms:W3CDTF">2026-05-14T17:41:42Z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d7ee6ba-6ca1-4e29-92e0-fe5594b8f607_Enabled">
    <vt:lpwstr>true</vt:lpwstr>
  </property>
  <property fmtid="{D5CDD505-2E9C-101B-9397-08002B2CF9AE}" pid="3" name="MSIP_Label_6d7ee6ba-6ca1-4e29-92e0-fe5594b8f607_SetDate">
    <vt:lpwstr>2026-05-11T07:17:40Z</vt:lpwstr>
  </property>
  <property fmtid="{D5CDD505-2E9C-101B-9397-08002B2CF9AE}" pid="4" name="MSIP_Label_6d7ee6ba-6ca1-4e29-92e0-fe5594b8f607_Method">
    <vt:lpwstr>Privileged</vt:lpwstr>
  </property>
  <property fmtid="{D5CDD505-2E9C-101B-9397-08002B2CF9AE}" pid="5" name="MSIP_Label_6d7ee6ba-6ca1-4e29-92e0-fe5594b8f607_Name">
    <vt:lpwstr>OFFEN_ohne_Label_Sublabel</vt:lpwstr>
  </property>
  <property fmtid="{D5CDD505-2E9C-101B-9397-08002B2CF9AE}" pid="6" name="MSIP_Label_6d7ee6ba-6ca1-4e29-92e0-fe5594b8f607_SiteId">
    <vt:lpwstr>396b38cc-aa65-492b-bb0e-3d94ed25a97b</vt:lpwstr>
  </property>
  <property fmtid="{D5CDD505-2E9C-101B-9397-08002B2CF9AE}" pid="7" name="MSIP_Label_6d7ee6ba-6ca1-4e29-92e0-fe5594b8f607_ActionId">
    <vt:lpwstr>7606be49-231a-4297-9d66-d9d5288f3d4d</vt:lpwstr>
  </property>
  <property fmtid="{D5CDD505-2E9C-101B-9397-08002B2CF9AE}" pid="8" name="MSIP_Label_6d7ee6ba-6ca1-4e29-92e0-fe5594b8f607_ContentBits">
    <vt:lpwstr>0</vt:lpwstr>
  </property>
  <property fmtid="{D5CDD505-2E9C-101B-9397-08002B2CF9AE}" pid="9" name="MSIP_Label_6d7ee6ba-6ca1-4e29-92e0-fe5594b8f607_Tag">
    <vt:lpwstr>10, 0, 1, 1</vt:lpwstr>
  </property>
</Properties>
</file>
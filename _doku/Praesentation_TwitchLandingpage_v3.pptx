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254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0" y="-1828800"/>
            <a:ext cx="7772400" cy="777240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6400800" cy="640080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Konfigurierbare
Streaming-Landingpage.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Vier Punkte. Zehn Minuten. Sechs davon Live-Demo.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72491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68503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4515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6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0527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Drei wiederkehrende Lücken.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973" y="2992918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4973" y="4199926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973" y="5406934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Konfiguration statt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Live für hd1920x1080 — übertragbar auf beliebige andere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Technologie-Stack.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 dirty="0" err="1">
                <a:solidFill>
                  <a:srgbClr val="C77DFF"/>
                </a:solidFill>
                <a:latin typeface="Calibri"/>
              </a:rPr>
              <a:t>Schlank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, modern und </a:t>
            </a:r>
            <a:r>
              <a:rPr lang="de-DE" sz="1500" b="0" i="1" dirty="0">
                <a:solidFill>
                  <a:srgbClr val="C77DFF"/>
                </a:solidFill>
                <a:latin typeface="Calibri"/>
              </a:rPr>
              <a:t>aufs kostenlose Hosting </a:t>
            </a:r>
            <a:r>
              <a:rPr sz="1500" b="0" i="1" dirty="0" err="1">
                <a:solidFill>
                  <a:srgbClr val="C77DFF"/>
                </a:solidFill>
                <a:latin typeface="Calibri"/>
              </a:rPr>
              <a:t>abgestimmt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pic>
        <p:nvPicPr>
          <p:cNvPr id="6" name="Picture 5" descr="uml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016" y="960120"/>
            <a:ext cx="5887663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554B6E"/>
                </a:solidFill>
                <a:latin typeface="Calibri"/>
              </a:rPr>
              <a:t>Frontend ↔ Supabase  ·  TwitchAddon (Bun, Railway)  ·  DiscordBot (Render)  ·  pg_net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Live-
Demonstration.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Sechs Stationen quer durch die Plattform — von der Linkpage bis ins Mod-Dashboard.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846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535435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Bartclicker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422403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309371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OnlyBart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96339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608330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77DFF"/>
                </a:solidFill>
                <a:latin typeface="Calibri"/>
              </a:rPr>
              <a:t>→ www.hd1920x1080.de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Highlights und Herausforderungen.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47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77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406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435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Bun-Bot mit ~64 MB RAM (statt JVM/Spring)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0464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347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377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406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5435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0464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Fazit.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6784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3916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048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Neuer Streamer = setup.exe ausführen, nicht den Quellcode forken.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609</Words>
  <Application>Microsoft Office PowerPoint</Application>
  <PresentationFormat>Breitbild</PresentationFormat>
  <Paragraphs>126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WAGNER Robin</cp:lastModifiedBy>
  <cp:revision>4</cp:revision>
  <dcterms:created xsi:type="dcterms:W3CDTF">2013-01-27T09:14:16Z</dcterms:created>
  <dcterms:modified xsi:type="dcterms:W3CDTF">2026-05-11T07:17:44Z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7ee6ba-6ca1-4e29-92e0-fe5594b8f607_Enabled">
    <vt:lpwstr>true</vt:lpwstr>
  </property>
  <property fmtid="{D5CDD505-2E9C-101B-9397-08002B2CF9AE}" pid="3" name="MSIP_Label_6d7ee6ba-6ca1-4e29-92e0-fe5594b8f607_SetDate">
    <vt:lpwstr>2026-05-11T07:17:40Z</vt:lpwstr>
  </property>
  <property fmtid="{D5CDD505-2E9C-101B-9397-08002B2CF9AE}" pid="4" name="MSIP_Label_6d7ee6ba-6ca1-4e29-92e0-fe5594b8f607_Method">
    <vt:lpwstr>Privileged</vt:lpwstr>
  </property>
  <property fmtid="{D5CDD505-2E9C-101B-9397-08002B2CF9AE}" pid="5" name="MSIP_Label_6d7ee6ba-6ca1-4e29-92e0-fe5594b8f607_Name">
    <vt:lpwstr>OFFEN_ohne_Label_Sublabel</vt:lpwstr>
  </property>
  <property fmtid="{D5CDD505-2E9C-101B-9397-08002B2CF9AE}" pid="6" name="MSIP_Label_6d7ee6ba-6ca1-4e29-92e0-fe5594b8f607_SiteId">
    <vt:lpwstr>396b38cc-aa65-492b-bb0e-3d94ed25a97b</vt:lpwstr>
  </property>
  <property fmtid="{D5CDD505-2E9C-101B-9397-08002B2CF9AE}" pid="7" name="MSIP_Label_6d7ee6ba-6ca1-4e29-92e0-fe5594b8f607_ActionId">
    <vt:lpwstr>7606be49-231a-4297-9d66-d9d5288f3d4d</vt:lpwstr>
  </property>
  <property fmtid="{D5CDD505-2E9C-101B-9397-08002B2CF9AE}" pid="8" name="MSIP_Label_6d7ee6ba-6ca1-4e29-92e0-fe5594b8f607_ContentBits">
    <vt:lpwstr>0</vt:lpwstr>
  </property>
  <property fmtid="{D5CDD505-2E9C-101B-9397-08002B2CF9AE}" pid="9" name="MSIP_Label_6d7ee6ba-6ca1-4e29-92e0-fe5594b8f607_Tag">
    <vt:lpwstr>10, 0, 1, 1</vt:lpwstr>
  </property>
</Properties>
</file>
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1828800"/>
            <a:ext cx="7772400" cy="777240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6400800" cy="6400800"/>
          </a:xfrm>
          <a:prstGeom prst="ellipse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6400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486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 •  HD1920x1080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Konfigurierbare
Streaming-Landingpage.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7772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C77DFF"/>
                </a:solidFill>
                <a:latin typeface="Calibri"/>
              </a:rPr>
              <a:t>Ein modularer Baukasten mit Community-Integration.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6A8D3"/>
                </a:solidFill>
                <a:latin typeface="Calibri"/>
              </a:rPr>
              <a:t>Robin Wagner  ·  Transfer-Projekt  ·  Prof. Dr. Mauer  ·  RH Köln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03504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B6A8D3"/>
                </a:solidFill>
                <a:latin typeface="Calibri"/>
              </a:rPr>
              <a:t>Sommersemester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Agenda.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77DFF"/>
                </a:solidFill>
                <a:latin typeface="Calibri"/>
              </a:rPr>
              <a:t>Vier Punkte. Zehn Minuten. Sechs davon Live-Demo.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46888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8775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Problem &amp;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926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Was fehlt — und was der Baukasten anders macht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272491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2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2900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9359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54787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Tech-Stack &amp; Architektur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886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React, Supabase, Bots, UML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0" y="368503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1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55371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50799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846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Landingpage, Voting, OnlyBart, Mod-Dashboard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64515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6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513832"/>
            <a:ext cx="822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C77D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468112"/>
            <a:ext cx="5486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Fazit &amp; Ausblick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8064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Lessons Learned,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5605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C77DFF"/>
                </a:solidFill>
                <a:latin typeface="Calibri"/>
              </a:rPr>
              <a:t>≈ 1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01  ·  DAS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Drei wiederkehrende Lücken.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77DFF"/>
                </a:solidFill>
                <a:latin typeface="Calibri"/>
              </a:rPr>
              <a:t>Bestehende Linkpages und Stream-Plattformen liefern keine vollständige Lösung.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06040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880360"/>
            <a:ext cx="548640" cy="5486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898648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770632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Optik wirkt billig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15468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Linktree, Linkme &amp; Co. sehen alle gleich aus — generisches Layout,
keine eigene Marke, keine Designhoheit für den Kanal.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13048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05656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977640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Nur gegen Bezahlung schön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361688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Eigenes Theming, eigene Sektionen, mehr als ein paar Links —
das gibt's bei den Anbietern nur in den Premium-Tarifen.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0056"/>
            <a:ext cx="10881360" cy="1097280"/>
          </a:xfrm>
          <a:prstGeom prst="roundRect">
            <a:avLst>
              <a:gd name="adj" fmla="val 1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294376"/>
            <a:ext cx="548640" cy="54864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12664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84648"/>
            <a:ext cx="8686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Lock-In, kein Export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568696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Inhalte hängen in proprietären Plattformen fest. Ein Wechsel
des Anbieters bedeutet faktisch alles neu eintippen.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1">
                <a:solidFill>
                  <a:srgbClr val="C77DFF"/>
                </a:solidFill>
                <a:latin typeface="Calibri"/>
              </a:rPr>
              <a:t>Eine wirklich schöne, frei anpassbare und kostenfreie Lösung? — gibt es schlicht nicht.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01  ·  DIE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Konfiguration statt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1">
                <a:solidFill>
                  <a:srgbClr val="C77DFF"/>
                </a:solidFill>
                <a:latin typeface="Calibri"/>
              </a:rPr>
              <a:t>Live für hd1920x1080 — übertragbar auf beliebige andere Streamer.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101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Live-Status, Streamplan, Socials, Donations — alles an einer Stelle.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3776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0" y="33101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Clip-Voting, OnlyBart-Premiumbereich, Bartclicker, Twitch-Panel-Extension.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2926080"/>
            <a:ext cx="3657600" cy="3108960"/>
          </a:xfrm>
          <a:prstGeom prst="roundRect">
            <a:avLst>
              <a:gd name="adj" fmla="val 1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69680" y="3291840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31012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337560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Baukasten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206240"/>
            <a:ext cx="2926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B6A8D3"/>
                </a:solidFill>
                <a:latin typeface="Calibri"/>
              </a:rPr>
              <a:t>Zwei Configs (siteConfig.ts + i18n) genügen für einen neuen Streamer.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02  ·  TECH-STACK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Technologie-Stack.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77DFF"/>
                </a:solidFill>
                <a:latin typeface="Calibri"/>
              </a:rPr>
              <a:t>Schlank, modern und auf den Free-Tier abgestimmt.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67004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883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5420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React 19 + 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9443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Frontend-Komponenten, strikte Typisierung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37744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29400" y="267004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268833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25420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94436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Hot-Reload, Code-Splitting, Lazy-Routing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1188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390448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9227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7764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Supabase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788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Postgres, Auth, Realtime, Row Level Security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61188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29400" y="390448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392277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7647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Bun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17880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TwitchAddon (Channel-Points-Bot, ~64 MB RAM)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4632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8680" y="513892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1572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5010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Node + discord.js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41324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DiscordBot — Webhooks aus der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846320"/>
            <a:ext cx="5212080" cy="1097280"/>
          </a:xfrm>
          <a:prstGeom prst="roundRect">
            <a:avLst>
              <a:gd name="adj" fmla="val 20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629400" y="5138928"/>
            <a:ext cx="502920" cy="50292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51572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501091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Docker + Nginx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5413248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Reproduzierbares Hosting, GitHub Actions CI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02  ·  ARCHITEKTUR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Systemarchitektur — vier entkoppelte Bausteine</a:t>
            </a:r>
          </a:p>
        </p:txBody>
      </p:sp>
      <p:pic>
        <p:nvPicPr>
          <p:cNvPr id="6" name="Picture 5" descr="uml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016" y="960120"/>
            <a:ext cx="5887663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554B6E"/>
                </a:solidFill>
                <a:latin typeface="Calibri"/>
              </a:rPr>
              <a:t>Frontend ↔ Supabase  ·  TwitchAddon (Bun, Railway)  ·  DiscordBot (Render)  ·  pg_net Webhooks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40080" y="640080"/>
            <a:ext cx="228600" cy="22860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48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LIVE-DEMO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alibri"/>
              </a:rPr>
              <a:t>Live-
Demonstration.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77DFF"/>
                </a:solidFill>
                <a:latin typeface="Calibri"/>
              </a:rPr>
              <a:t>Sechs Stationen quer durch die Plattform — von der Linkpage bis ins Mod-Dashboard.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371600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498080" y="1554480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0" y="156362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4630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Landingpage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Hero, Live-Section, Streamplan, Links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2258568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0" y="2441448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2450592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500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Bartclicker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67004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Mini-Spiel + Highscores via Supabase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145536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3328416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333756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3697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Clip-Voting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35570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Twitch-Login, Voten, Realtime-Updates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4032504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80" y="4215384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4224528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2394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OnlyBart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444398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Geschützter Subscriber-Bereich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4919472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498080" y="5102352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5111496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501091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Mod-Dashboard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533095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Voting verwalten, Statistiken, Trigger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5806440"/>
            <a:ext cx="4297680" cy="777240"/>
          </a:xfrm>
          <a:prstGeom prst="roundRect">
            <a:avLst>
              <a:gd name="adj" fmla="val 2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498080" y="5989320"/>
            <a:ext cx="411480" cy="4114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8080" y="5998464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89788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TwitchAddon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621792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B6A8D3"/>
                </a:solidFill>
                <a:latin typeface="Calibri"/>
              </a:rPr>
              <a:t>Channel-Points-Belohnungen im Chat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807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77DFF"/>
                </a:solidFill>
                <a:latin typeface="Calibri"/>
              </a:rPr>
              <a:t>→ www.hd1920x1080.de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03  ·  TECHNISCHE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Highlights und Herausforderungen.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77DFF"/>
                </a:solidFill>
                <a:latin typeface="Calibri"/>
              </a:rPr>
              <a:t>Highlights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13639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175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Row Level Security statt eigenem Auth-Server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63931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Lazy-Loading aller Routen → kleines Initial-Bundle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023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Realtime-Voting via Supabase Realtime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64515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526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Bun-Bot mit ~64 MB RAM (statt JVM/Spring)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148072"/>
            <a:ext cx="164592" cy="164592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029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pg_net + pg_cron triggern Discord direkt aus 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286000"/>
            <a:ext cx="5394960" cy="4023360"/>
          </a:xfrm>
          <a:prstGeom prst="roundRect">
            <a:avLst>
              <a:gd name="adj" fmla="val 5000"/>
            </a:avLst>
          </a:prstGeom>
          <a:solidFill>
            <a:srgbClr val="291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46888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77DFF"/>
                </a:solidFill>
                <a:latin typeface="Calibri"/>
              </a:rPr>
              <a:t>Challenges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13639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301752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Twitch-OAuth — automatischer Token-Refresh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363931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3520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Voting-Logik: Monats- vs. Jahresrunden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14223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40233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Konsistenz Frontend ↔ DB-Policies</a:t>
            </a:r>
          </a:p>
        </p:txBody>
      </p:sp>
      <p:sp>
        <p:nvSpPr>
          <p:cNvPr id="26" name="Oval 25"/>
          <p:cNvSpPr/>
          <p:nvPr/>
        </p:nvSpPr>
        <p:spPr>
          <a:xfrm>
            <a:off x="6492240" y="464515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52628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Konfigurierbarkeit (jede URL in siteConfig.ts)</a:t>
            </a:r>
          </a:p>
        </p:txBody>
      </p:sp>
      <p:sp>
        <p:nvSpPr>
          <p:cNvPr id="28" name="Oval 27"/>
          <p:cNvSpPr/>
          <p:nvPr/>
        </p:nvSpPr>
        <p:spPr>
          <a:xfrm>
            <a:off x="6492240" y="5148072"/>
            <a:ext cx="164592" cy="164592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50292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Tests: Unit + Mutation (Stryker)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B6A8D3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E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377440" y="3657600"/>
            <a:ext cx="5669280" cy="5669280"/>
          </a:xfrm>
          <a:prstGeom prst="ellipse">
            <a:avLst/>
          </a:prstGeom>
          <a:solidFill>
            <a:srgbClr val="9D4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40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C77DFF"/>
                </a:solidFill>
                <a:latin typeface="Calibri"/>
              </a:rPr>
              <a:t>04  ·  FAZIT &amp; FRAGEN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7589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Fazit.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77DFF"/>
                </a:solidFill>
                <a:latin typeface="Calibri"/>
              </a:rPr>
              <a:t>Vielen Dank — Fragen, Feedback, Ideen?</a:t>
            </a:r>
          </a:p>
        </p:txBody>
      </p:sp>
      <p:sp>
        <p:nvSpPr>
          <p:cNvPr id="8" name="Oval 7"/>
          <p:cNvSpPr/>
          <p:nvPr/>
        </p:nvSpPr>
        <p:spPr>
          <a:xfrm>
            <a:off x="4114800" y="3767328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365760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Baukasten-Kern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023360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Zwei Configs (siteConfig.ts + i18n) ersetzen jeden Code-Eingriff.</a:t>
            </a:r>
          </a:p>
        </p:txBody>
      </p:sp>
      <p:sp>
        <p:nvSpPr>
          <p:cNvPr id="11" name="Oval 10"/>
          <p:cNvSpPr/>
          <p:nvPr/>
        </p:nvSpPr>
        <p:spPr>
          <a:xfrm>
            <a:off x="4114800" y="4480560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37083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Stack arbeitet 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736592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Supabase + RLS, Bun-Bot mit ~64 MB, GitHub Actions für alles andere.</a:t>
            </a:r>
          </a:p>
        </p:txBody>
      </p:sp>
      <p:sp>
        <p:nvSpPr>
          <p:cNvPr id="14" name="Oval 13"/>
          <p:cNvSpPr/>
          <p:nvPr/>
        </p:nvSpPr>
        <p:spPr>
          <a:xfrm>
            <a:off x="4114800" y="5193792"/>
            <a:ext cx="201168" cy="201168"/>
          </a:xfrm>
          <a:prstGeom prst="ellipse">
            <a:avLst/>
          </a:prstGeom>
          <a:solidFill>
            <a:srgbClr val="C7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508406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Skalierbar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449824"/>
            <a:ext cx="7040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B6A8D3"/>
                </a:solidFill>
                <a:latin typeface="Calibri"/>
              </a:rPr>
              <a:t>Neuer Streamer = setup.exe ausführen, nicht den Quellcode forken.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6446520"/>
            <a:ext cx="7498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B6A8D3"/>
                </a:solidFill>
                <a:latin typeface="Calibri"/>
              </a:rPr>
              <a:t>github.com/HD1920x1080Media   ·   www.hd1920x1080.de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
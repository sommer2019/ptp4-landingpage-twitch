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772400" cy="777240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6400800" cy="6400800"/>
          </a:xfrm>
          <a:prstGeom prst="ellipse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48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 •  HD1920x1080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Streaming-Landingpage
als Baukasten.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77DFF"/>
                </a:solidFill>
                <a:latin typeface="Calibri"/>
              </a:rPr>
              <a:t>Eine konfigurierbare React-Plattform mit
Community-Integration für jeden Streamer.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A8D3"/>
                </a:solidFill>
                <a:latin typeface="Calibri"/>
              </a:rPr>
              <a:t>Robin Wagner  ·  Transfer-Projekt  ·  Prof. Dr. Mauer  ·  RH Köln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6A8D3"/>
                </a:solidFill>
                <a:latin typeface="Calibri"/>
              </a:rPr>
              <a:t>Sommersemester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10 Minuten —
fast alles ist Live-Demo.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58775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Worum geht's?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Idee, Ziel, Zielgruppe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7249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1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478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Tech-Stack &amp; Architektur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React, Supabase, Bots, UML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2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507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Landingpage, Voting, OnlyBart, Mod-Dashboard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6451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6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1383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46811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Fazit &amp; Ausblick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Lessons Learned,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605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1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01  ·  WORUM GEHT'S?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Ein Baukasten, kein One-Off.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77DFF"/>
                </a:solidFill>
                <a:latin typeface="Calibri"/>
              </a:rPr>
              <a:t>Live für hd1920x1080 — und mit zwei Configs auch für jeden anderen Streamer.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Live-Status, Streamplan, Socials, Donations — alles an einer Stelle.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Clip-Voting, OnlyBart-Premiumbereich, Bartclicker, Twitch-Panel-Extension.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968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Baukasten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Zwei Configs (siteConfig.ts + i18n) genügen für einen neuen Streamer.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02  ·  TECH-STACK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Schlanker, moderner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883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42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React 19 + 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443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Frontend-Komponenten, strikte Typisierung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6883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542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9443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Hot-Reload, Code-Splitting, Lazy-Routing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7764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788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Postgres, Auth, Realtime, Row Level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940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9227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764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1788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TwitchAddon (Channel-Points-Bot, ~64 MB RAM)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572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010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Node + discord.js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132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DiscordBot — Webhooks aus der DB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940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1572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010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Docker + Nginx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4132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Reproduzierbares Hosting, GitHub Actions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02  ·  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Vier Bausteine — klar getrennt</a:t>
            </a:r>
          </a:p>
        </p:txBody>
      </p:sp>
      <p:pic>
        <p:nvPicPr>
          <p:cNvPr id="6" name="Picture 5" descr="uml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016" y="960120"/>
            <a:ext cx="5887663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54B6E"/>
                </a:solidFill>
                <a:latin typeface="Calibri"/>
              </a:rPr>
              <a:t>Frontend ↔ Supabase  ·  TwitchAddon (Bun, Railway)  ·  DiscordBot (Render)  ·  pg_net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Calibri"/>
              </a:rPr>
              <a:t>Demo-Zeit.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77DFF"/>
                </a:solidFill>
                <a:latin typeface="Calibri"/>
              </a:rPr>
              <a:t>Wir gehen die Plattform durch — von der Linkpage bis ins Mod-Dashboard.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0" y="155448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56362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Landingpage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Hero, Live-Section, Streamplan,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258568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0" y="2441448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4505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500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Bartclicker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700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Mini-Spiel + Highscores via Supabase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145536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3328416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337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369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Clip-Voting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5570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Twitch-Login, Voten, Realtime-Updates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032504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0" y="4215384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422452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2394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OnlyBart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44398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Geschützter Subscriber-Bereich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919472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0" y="5102352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511149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Mod-Dashboard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309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Voting verwalten, Statistiken, Trigger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80644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98080" y="598932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599846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897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TwitchAddon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6217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Channel-Points-Belohnungen im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80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77DFF"/>
                </a:solidFill>
                <a:latin typeface="Calibri"/>
              </a:rPr>
              <a:t>→ www.hd1920x1080.de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03  ·  TECHNISCHE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Was unter der Haube spannend war.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Highlights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3639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Row Level Security statt eigenem Auth-Server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3931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Lazy-Loading aller Routen → kleines Initial-Bundle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Realtime-Voting via Supabase Realtime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4515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Bun-Bot mit ~64 MB RAM (statt JVM/Spring)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4807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pg_net + pg_cron triggern Discord direkt aus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Challenges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13639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Twitch-OAuth — automatischer Token-Refresh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63931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Voting-Logik: Monats- vs. Jahresrunden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14223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023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Konsistenz Frontend ↔ DB-Policies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64515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Konfigurierbarkeit (jede URL in siteConfig.ts)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514807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Tests: Unit + Mutation (Stryker)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657600"/>
            <a:ext cx="5669280" cy="56692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04  ·  FAZIT &amp; FRAGEN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Vielen Dank.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77DFF"/>
                </a:solidFill>
                <a:latin typeface="Calibri"/>
              </a:rPr>
              <a:t>Fragen, Feedback, Ideen?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376732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65760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Baukasten-Kern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Zwei Configs (siteConfig.ts + i18n) ersetzen jeden Code-Eingriff.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480560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7083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Stack arbeitet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73659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Supabase + RLS, Bun-Bot mit ~64 MB, GitHub Actions für alles andere.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5193792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08406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Skalierbar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4982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Neuer Streamer = setup.exe ausführen, nicht den Quellcode forken.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A8D3"/>
                </a:solidFill>
                <a:latin typeface="Calibri"/>
              </a:rPr>
              <a:t>github.com/HD1920x1080Media   ·   www.hd1920x1080.de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